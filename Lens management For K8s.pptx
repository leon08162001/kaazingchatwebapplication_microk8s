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e Leon" initials="LL" lastIdx="1" clrIdx="0">
    <p:extLst>
      <p:ext uri="{19B8F6BF-5375-455C-9EA6-DF929625EA0E}">
        <p15:presenceInfo xmlns:p15="http://schemas.microsoft.com/office/powerpoint/2012/main" userId="59bde4c8596bf15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Leon" userId="59bde4c8596bf15f" providerId="LiveId" clId="{7686D408-7360-4EDE-850A-7422FD59F065}"/>
    <pc:docChg chg="custSel addSld modSld">
      <pc:chgData name="Lee Leon" userId="59bde4c8596bf15f" providerId="LiveId" clId="{7686D408-7360-4EDE-850A-7422FD59F065}" dt="2026-08-28T02:27:28.807" v="717" actId="20577"/>
      <pc:docMkLst>
        <pc:docMk/>
      </pc:docMkLst>
      <pc:sldChg chg="addSp delSp modSp new mod">
        <pc:chgData name="Lee Leon" userId="59bde4c8596bf15f" providerId="LiveId" clId="{7686D408-7360-4EDE-850A-7422FD59F065}" dt="2026-08-28T02:01:07.071" v="207" actId="1037"/>
        <pc:sldMkLst>
          <pc:docMk/>
          <pc:sldMk cId="1847908083" sldId="256"/>
        </pc:sldMkLst>
        <pc:spChg chg="del">
          <ac:chgData name="Lee Leon" userId="59bde4c8596bf15f" providerId="LiveId" clId="{7686D408-7360-4EDE-850A-7422FD59F065}" dt="2026-08-28T01:55:33.131" v="36" actId="478"/>
          <ac:spMkLst>
            <pc:docMk/>
            <pc:sldMk cId="1847908083" sldId="256"/>
            <ac:spMk id="2" creationId="{F1DA3ED3-B6C8-A5CB-2EC6-2278F5E66A54}"/>
          </ac:spMkLst>
        </pc:spChg>
        <pc:spChg chg="add mod">
          <ac:chgData name="Lee Leon" userId="59bde4c8596bf15f" providerId="LiveId" clId="{7686D408-7360-4EDE-850A-7422FD59F065}" dt="2026-08-28T02:00:47.109" v="191" actId="1035"/>
          <ac:spMkLst>
            <pc:docMk/>
            <pc:sldMk cId="1847908083" sldId="256"/>
            <ac:spMk id="6" creationId="{AD43D1EC-F3DC-A05F-FA4B-E146ADDE52DC}"/>
          </ac:spMkLst>
        </pc:spChg>
        <pc:spChg chg="add mod">
          <ac:chgData name="Lee Leon" userId="59bde4c8596bf15f" providerId="LiveId" clId="{7686D408-7360-4EDE-850A-7422FD59F065}" dt="2026-08-28T02:00:57.350" v="202" actId="1038"/>
          <ac:spMkLst>
            <pc:docMk/>
            <pc:sldMk cId="1847908083" sldId="256"/>
            <ac:spMk id="8" creationId="{07497E04-B818-C157-676E-8FB888032A9C}"/>
          </ac:spMkLst>
        </pc:spChg>
        <pc:spChg chg="add mod">
          <ac:chgData name="Lee Leon" userId="59bde4c8596bf15f" providerId="LiveId" clId="{7686D408-7360-4EDE-850A-7422FD59F065}" dt="2026-08-28T02:01:07.071" v="207" actId="1037"/>
          <ac:spMkLst>
            <pc:docMk/>
            <pc:sldMk cId="1847908083" sldId="256"/>
            <ac:spMk id="10" creationId="{4EAA85CB-E07A-5F4F-5D7E-DF3808D9A013}"/>
          </ac:spMkLst>
        </pc:spChg>
        <pc:spChg chg="add mod">
          <ac:chgData name="Lee Leon" userId="59bde4c8596bf15f" providerId="LiveId" clId="{7686D408-7360-4EDE-850A-7422FD59F065}" dt="2026-08-28T02:00:47.109" v="191" actId="1035"/>
          <ac:spMkLst>
            <pc:docMk/>
            <pc:sldMk cId="1847908083" sldId="256"/>
            <ac:spMk id="12" creationId="{BE91C457-19B3-5387-5F2F-C32F401C6970}"/>
          </ac:spMkLst>
        </pc:spChg>
        <pc:picChg chg="add mod">
          <ac:chgData name="Lee Leon" userId="59bde4c8596bf15f" providerId="LiveId" clId="{7686D408-7360-4EDE-850A-7422FD59F065}" dt="2026-08-28T01:57:39.097" v="121" actId="1036"/>
          <ac:picMkLst>
            <pc:docMk/>
            <pc:sldMk cId="1847908083" sldId="256"/>
            <ac:picMk id="5" creationId="{92219D4E-DD5F-B582-7647-22864D561819}"/>
          </ac:picMkLst>
        </pc:picChg>
      </pc:sldChg>
      <pc:sldChg chg="addSp modSp new mod">
        <pc:chgData name="Lee Leon" userId="59bde4c8596bf15f" providerId="LiveId" clId="{7686D408-7360-4EDE-850A-7422FD59F065}" dt="2026-08-28T02:13:02.817" v="468" actId="14100"/>
        <pc:sldMkLst>
          <pc:docMk/>
          <pc:sldMk cId="435670500" sldId="257"/>
        </pc:sldMkLst>
        <pc:spChg chg="add mod">
          <ac:chgData name="Lee Leon" userId="59bde4c8596bf15f" providerId="LiveId" clId="{7686D408-7360-4EDE-850A-7422FD59F065}" dt="2026-08-28T02:04:27.391" v="262" actId="20577"/>
          <ac:spMkLst>
            <pc:docMk/>
            <pc:sldMk cId="435670500" sldId="257"/>
            <ac:spMk id="5" creationId="{344287DC-2466-5C13-7105-87645BD92639}"/>
          </ac:spMkLst>
        </pc:spChg>
        <pc:picChg chg="add mod">
          <ac:chgData name="Lee Leon" userId="59bde4c8596bf15f" providerId="LiveId" clId="{7686D408-7360-4EDE-850A-7422FD59F065}" dt="2026-08-28T02:13:02.817" v="468" actId="14100"/>
          <ac:picMkLst>
            <pc:docMk/>
            <pc:sldMk cId="435670500" sldId="257"/>
            <ac:picMk id="3" creationId="{66ED072E-2982-CBBF-2CCD-673B616013C0}"/>
          </ac:picMkLst>
        </pc:picChg>
      </pc:sldChg>
      <pc:sldChg chg="addSp modSp new mod">
        <pc:chgData name="Lee Leon" userId="59bde4c8596bf15f" providerId="LiveId" clId="{7686D408-7360-4EDE-850A-7422FD59F065}" dt="2026-08-28T02:06:35.218" v="340" actId="14100"/>
        <pc:sldMkLst>
          <pc:docMk/>
          <pc:sldMk cId="2066059620" sldId="258"/>
        </pc:sldMkLst>
        <pc:spChg chg="add mod">
          <ac:chgData name="Lee Leon" userId="59bde4c8596bf15f" providerId="LiveId" clId="{7686D408-7360-4EDE-850A-7422FD59F065}" dt="2026-08-28T02:06:35.218" v="340" actId="14100"/>
          <ac:spMkLst>
            <pc:docMk/>
            <pc:sldMk cId="2066059620" sldId="258"/>
            <ac:spMk id="5" creationId="{E0AFC628-FEDC-E3A9-BA0B-0EC7ADA52A18}"/>
          </ac:spMkLst>
        </pc:spChg>
        <pc:picChg chg="add mod">
          <ac:chgData name="Lee Leon" userId="59bde4c8596bf15f" providerId="LiveId" clId="{7686D408-7360-4EDE-850A-7422FD59F065}" dt="2026-08-28T02:05:42.162" v="284" actId="1076"/>
          <ac:picMkLst>
            <pc:docMk/>
            <pc:sldMk cId="2066059620" sldId="258"/>
            <ac:picMk id="3" creationId="{333E24FA-95BB-6369-94F7-1AF8C706496A}"/>
          </ac:picMkLst>
        </pc:picChg>
      </pc:sldChg>
      <pc:sldChg chg="addSp modSp new mod">
        <pc:chgData name="Lee Leon" userId="59bde4c8596bf15f" providerId="LiveId" clId="{7686D408-7360-4EDE-850A-7422FD59F065}" dt="2026-08-28T02:12:37.753" v="458" actId="2711"/>
        <pc:sldMkLst>
          <pc:docMk/>
          <pc:sldMk cId="3062694617" sldId="259"/>
        </pc:sldMkLst>
        <pc:spChg chg="add mod">
          <ac:chgData name="Lee Leon" userId="59bde4c8596bf15f" providerId="LiveId" clId="{7686D408-7360-4EDE-850A-7422FD59F065}" dt="2026-08-28T02:12:37.753" v="458" actId="2711"/>
          <ac:spMkLst>
            <pc:docMk/>
            <pc:sldMk cId="3062694617" sldId="259"/>
            <ac:spMk id="5" creationId="{071B1342-0872-3754-2436-FC0235148FAD}"/>
          </ac:spMkLst>
        </pc:spChg>
        <pc:picChg chg="add mod">
          <ac:chgData name="Lee Leon" userId="59bde4c8596bf15f" providerId="LiveId" clId="{7686D408-7360-4EDE-850A-7422FD59F065}" dt="2026-08-28T02:08:09.811" v="344" actId="1076"/>
          <ac:picMkLst>
            <pc:docMk/>
            <pc:sldMk cId="3062694617" sldId="259"/>
            <ac:picMk id="3" creationId="{3D807E5B-3E81-C7D8-8696-56F98666A9FB}"/>
          </ac:picMkLst>
        </pc:picChg>
      </pc:sldChg>
      <pc:sldChg chg="addSp modSp new mod">
        <pc:chgData name="Lee Leon" userId="59bde4c8596bf15f" providerId="LiveId" clId="{7686D408-7360-4EDE-850A-7422FD59F065}" dt="2026-08-28T02:20:56.016" v="623" actId="1035"/>
        <pc:sldMkLst>
          <pc:docMk/>
          <pc:sldMk cId="1062920582" sldId="260"/>
        </pc:sldMkLst>
        <pc:spChg chg="add mod">
          <ac:chgData name="Lee Leon" userId="59bde4c8596bf15f" providerId="LiveId" clId="{7686D408-7360-4EDE-850A-7422FD59F065}" dt="2026-08-28T02:20:41.669" v="615" actId="2711"/>
          <ac:spMkLst>
            <pc:docMk/>
            <pc:sldMk cId="1062920582" sldId="260"/>
            <ac:spMk id="5" creationId="{27879C2F-85BE-1122-2C5D-DBD9D4924FF9}"/>
          </ac:spMkLst>
        </pc:spChg>
        <pc:picChg chg="add mod">
          <ac:chgData name="Lee Leon" userId="59bde4c8596bf15f" providerId="LiveId" clId="{7686D408-7360-4EDE-850A-7422FD59F065}" dt="2026-08-28T02:20:56.016" v="623" actId="1035"/>
          <ac:picMkLst>
            <pc:docMk/>
            <pc:sldMk cId="1062920582" sldId="260"/>
            <ac:picMk id="3" creationId="{0D3BC1F7-7919-D164-928C-34B97372123D}"/>
          </ac:picMkLst>
        </pc:picChg>
      </pc:sldChg>
      <pc:sldChg chg="addSp modSp new mod">
        <pc:chgData name="Lee Leon" userId="59bde4c8596bf15f" providerId="LiveId" clId="{7686D408-7360-4EDE-850A-7422FD59F065}" dt="2026-08-28T02:21:03.434" v="635" actId="1035"/>
        <pc:sldMkLst>
          <pc:docMk/>
          <pc:sldMk cId="490895210" sldId="261"/>
        </pc:sldMkLst>
        <pc:spChg chg="add mod">
          <ac:chgData name="Lee Leon" userId="59bde4c8596bf15f" providerId="LiveId" clId="{7686D408-7360-4EDE-850A-7422FD59F065}" dt="2026-08-28T02:17:41.437" v="558" actId="20577"/>
          <ac:spMkLst>
            <pc:docMk/>
            <pc:sldMk cId="490895210" sldId="261"/>
            <ac:spMk id="3" creationId="{837554DB-D0DE-8843-8D23-8B4D9537E135}"/>
          </ac:spMkLst>
        </pc:spChg>
        <pc:picChg chg="add mod">
          <ac:chgData name="Lee Leon" userId="59bde4c8596bf15f" providerId="LiveId" clId="{7686D408-7360-4EDE-850A-7422FD59F065}" dt="2026-08-28T02:21:03.434" v="635" actId="1035"/>
          <ac:picMkLst>
            <pc:docMk/>
            <pc:sldMk cId="490895210" sldId="261"/>
            <ac:picMk id="5" creationId="{35D07E9B-0B45-FC8B-B294-58F4CB99644D}"/>
          </ac:picMkLst>
        </pc:picChg>
      </pc:sldChg>
      <pc:sldChg chg="addSp modSp new mod">
        <pc:chgData name="Lee Leon" userId="59bde4c8596bf15f" providerId="LiveId" clId="{7686D408-7360-4EDE-850A-7422FD59F065}" dt="2026-08-28T02:27:22.296" v="716" actId="20577"/>
        <pc:sldMkLst>
          <pc:docMk/>
          <pc:sldMk cId="478396775" sldId="262"/>
        </pc:sldMkLst>
        <pc:spChg chg="add mod">
          <ac:chgData name="Lee Leon" userId="59bde4c8596bf15f" providerId="LiveId" clId="{7686D408-7360-4EDE-850A-7422FD59F065}" dt="2026-08-28T02:27:22.296" v="716" actId="20577"/>
          <ac:spMkLst>
            <pc:docMk/>
            <pc:sldMk cId="478396775" sldId="262"/>
            <ac:spMk id="5" creationId="{A2F89C46-DA14-2F74-45DF-7CAED2D20D20}"/>
          </ac:spMkLst>
        </pc:spChg>
        <pc:picChg chg="add mod">
          <ac:chgData name="Lee Leon" userId="59bde4c8596bf15f" providerId="LiveId" clId="{7686D408-7360-4EDE-850A-7422FD59F065}" dt="2026-08-28T02:24:33.215" v="639" actId="1076"/>
          <ac:picMkLst>
            <pc:docMk/>
            <pc:sldMk cId="478396775" sldId="262"/>
            <ac:picMk id="3" creationId="{5935EB79-F32B-1FEA-0388-15FC9F6CA317}"/>
          </ac:picMkLst>
        </pc:picChg>
      </pc:sldChg>
      <pc:sldChg chg="addSp modSp new mod">
        <pc:chgData name="Lee Leon" userId="59bde4c8596bf15f" providerId="LiveId" clId="{7686D408-7360-4EDE-850A-7422FD59F065}" dt="2026-08-28T02:27:28.807" v="717" actId="20577"/>
        <pc:sldMkLst>
          <pc:docMk/>
          <pc:sldMk cId="3997692046" sldId="263"/>
        </pc:sldMkLst>
        <pc:spChg chg="add mod">
          <ac:chgData name="Lee Leon" userId="59bde4c8596bf15f" providerId="LiveId" clId="{7686D408-7360-4EDE-850A-7422FD59F065}" dt="2026-08-28T02:27:28.807" v="717" actId="20577"/>
          <ac:spMkLst>
            <pc:docMk/>
            <pc:sldMk cId="3997692046" sldId="263"/>
            <ac:spMk id="3" creationId="{F565419D-9FF4-96BE-4B6F-735C64B0CDA8}"/>
          </ac:spMkLst>
        </pc:spChg>
        <pc:picChg chg="add mod">
          <ac:chgData name="Lee Leon" userId="59bde4c8596bf15f" providerId="LiveId" clId="{7686D408-7360-4EDE-850A-7422FD59F065}" dt="2026-08-28T02:26:47.659" v="709" actId="1037"/>
          <ac:picMkLst>
            <pc:docMk/>
            <pc:sldMk cId="3997692046" sldId="263"/>
            <ac:picMk id="5" creationId="{F87DDB36-1A40-395F-3840-92D936A37861}"/>
          </ac:picMkLst>
        </pc:pic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8T10:09:07.634" idx="1">
    <p:pos x="1122" y="26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979E6F-093E-DD3F-867B-2842FA4BE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9F042E-7E9C-5A97-5A88-60F617374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7CFA66-C711-E046-085C-E7B8828D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81CA-0595-435A-B86F-E0914975425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1A6975-28FE-86BB-739D-92F021DFD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BA034D-7E71-9F17-8C4A-3BF6D454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A65D-C6C2-4CBE-B89E-E998951F3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67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BA07B0-7EEE-516C-7DE0-58E91D50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ACF1BB-0523-E5DD-4731-896195EF9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A165D8-3ED1-D7D7-C7FE-1A6943DE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81CA-0595-435A-B86F-E0914975425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A1ED17-EDEC-9931-382B-4722A2318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809820-B04A-F046-A591-F7F379344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A65D-C6C2-4CBE-B89E-E998951F3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8894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E11E45-7B08-7F4E-39A8-DBF25E592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7DA5C0B-B963-E07E-BC20-73808CE72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75C1ED-F622-C3B2-2C0E-CE9D89FC3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81CA-0595-435A-B86F-E0914975425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4D5B30-98D3-40A1-3F48-004F64F9C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1B7D6A-DD4C-1AF8-B8F4-DB884CC17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A65D-C6C2-4CBE-B89E-E998951F3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239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4F4396-4C56-2686-67D0-94B5F919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B6927-1578-5A12-362A-5675CB1E6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CBEF70F-A82B-7CF4-AEEA-F15D9BB35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EAC23D-326F-AC25-8793-37C4A7F93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81CA-0595-435A-B86F-E0914975425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BC5EBB-78C8-0D27-0590-4471EFDFC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2A155CB-9520-758D-C67E-D534C9AB1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A65D-C6C2-4CBE-B89E-E998951F3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9807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1D5E40-C6D6-2044-02A3-2B7966567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85A4DA-34CF-5F64-A2EC-8B5AE110E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8A4AAB0-D946-B070-3617-BCB2E729E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203186A-A673-1D5B-C1FA-A31E25AD3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7AA2096-7CE9-C006-53E8-1BD18B5994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23BA11C-DB9E-E314-3BF8-711AE188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81CA-0595-435A-B86F-E0914975425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7E61EFE-CC81-8482-7B3E-B67E3BB2D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7336EA5-2DEF-969B-76D0-358EE25A3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A65D-C6C2-4CBE-B89E-E998951F3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803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F2F0DC-D3E2-0A3C-CF2D-1B84A0E0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69F832F-86A5-EE4B-BC63-23A477BD9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81CA-0595-435A-B86F-E0914975425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4B7AEC0-95F5-947F-C8C4-375B25B36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7E1DC68-0656-D3C3-0DC3-C718F242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A65D-C6C2-4CBE-B89E-E998951F3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8280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031983E-E8B5-BC8C-AD13-2462C2D70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81CA-0595-435A-B86F-E0914975425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A065129-7D89-F2B0-0247-8969A6D69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B9545F-AE3F-9C8D-9769-B1E6CE858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A65D-C6C2-4CBE-B89E-E998951F3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2533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FA7B43-13F3-4A25-7767-5447C4553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7C8A1F-8992-B9E6-5568-E39C3EC46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F4F3AA2-8CF3-F16A-C2FD-72FCD4E2B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0B8551-3ECB-83AA-83D1-DCA04F990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81CA-0595-435A-B86F-E0914975425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6BB34CB-E753-2D03-29F9-47A665A32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75011B-F2CD-ECD4-4876-C0CBD647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A65D-C6C2-4CBE-B89E-E998951F3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9979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D50F98-2A4F-24EC-0BEC-5482D824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B9F29AD-00AE-8576-464D-2D4345B42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3407267-B497-8B8E-40A7-7F34F6198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A06FBC6-82D0-56EC-7945-334BFDD9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81CA-0595-435A-B86F-E0914975425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D267CE-A6A3-2B1B-1C51-B345622D7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5DE2EC0-18CD-85C3-7EA2-CE2334FA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A65D-C6C2-4CBE-B89E-E998951F3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799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C4738F-EAB4-5CBE-947A-5F03850D6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BAA88A9-10F2-3EC5-8F53-7B3AD2990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7B9135-1B12-D85A-D87B-DE120F640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81CA-0595-435A-B86F-E0914975425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C88915-EBF3-1081-D028-DD21D34F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45C231-F8FB-FC49-653A-C909B18C9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A65D-C6C2-4CBE-B89E-E998951F3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6624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F714C29-E352-3A1F-E806-859BE3FEEA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202D56-6BDB-5F0D-3D7D-1FCB78DD2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766406-5750-FDCA-40AA-40C18594A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81CA-0595-435A-B86F-E0914975425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7E95EA-8816-293E-8774-EF9B1B20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EDA27C-CA17-7126-AE6C-F4C8C9503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A65D-C6C2-4CBE-B89E-E998951F3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2511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E08E335-C1A6-4A89-5028-12D3A01C2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347AEB-B26C-B358-8D52-106903968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7E72B6-2F91-AFDB-F1DE-FB72003F3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F81CA-0595-435A-B86F-E0914975425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E50FE0-1426-BDA7-44F0-E40E5073E5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AA437C-41C0-7F44-6760-82ECB61D2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0A65D-C6C2-4CBE-B89E-E998951F3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2915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E691F719-790B-FE76-EF88-4BF05B0D58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2219D4E-DD5F-B582-7647-22864D561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83" y="1636753"/>
            <a:ext cx="11711233" cy="509277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D43D1EC-F3DC-A05F-FA4B-E146ADDE52DC}"/>
              </a:ext>
            </a:extLst>
          </p:cNvPr>
          <p:cNvSpPr txBox="1"/>
          <p:nvPr/>
        </p:nvSpPr>
        <p:spPr>
          <a:xfrm>
            <a:off x="325224" y="1125804"/>
            <a:ext cx="2512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Nodes Health</a:t>
            </a: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：</a:t>
            </a:r>
            <a: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  <a:t>Ready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7497E04-B818-C157-676E-8FB888032A9C}"/>
              </a:ext>
            </a:extLst>
          </p:cNvPr>
          <p:cNvSpPr txBox="1"/>
          <p:nvPr/>
        </p:nvSpPr>
        <p:spPr>
          <a:xfrm>
            <a:off x="344079" y="709126"/>
            <a:ext cx="3388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 </a:t>
            </a:r>
            <a:r>
              <a:rPr lang="en-US" altLang="zh-TW" dirty="0" err="1"/>
              <a:t>linux</a:t>
            </a:r>
            <a:r>
              <a:rPr lang="en-US" altLang="zh-TW" dirty="0"/>
              <a:t> nodes + 1 windows node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AA85CB-E07A-5F4F-5D7E-DF3808D9A013}"/>
              </a:ext>
            </a:extLst>
          </p:cNvPr>
          <p:cNvSpPr txBox="1"/>
          <p:nvPr/>
        </p:nvSpPr>
        <p:spPr>
          <a:xfrm>
            <a:off x="345648" y="388068"/>
            <a:ext cx="1283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K8s nodes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E91C457-19B3-5387-5F2F-C32F401C6970}"/>
              </a:ext>
            </a:extLst>
          </p:cNvPr>
          <p:cNvSpPr txBox="1"/>
          <p:nvPr/>
        </p:nvSpPr>
        <p:spPr>
          <a:xfrm>
            <a:off x="2713348" y="1125804"/>
            <a:ext cx="2094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K8s version</a:t>
            </a:r>
            <a:r>
              <a:rPr lang="zh-TW" altLang="en-US" dirty="0">
                <a:latin typeface="新細明體" panose="02020500000000000000" pitchFamily="18" charset="-120"/>
              </a:rPr>
              <a:t>：</a:t>
            </a:r>
            <a:r>
              <a:rPr lang="en-US" altLang="zh-TW" dirty="0">
                <a:latin typeface="新細明體" panose="02020500000000000000" pitchFamily="18" charset="-120"/>
              </a:rPr>
              <a:t>1.36.2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7908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6ED072E-2982-CBBF-2CCD-673B61601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4" y="834380"/>
            <a:ext cx="11811788" cy="5094966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44287DC-2466-5C13-7105-87645BD92639}"/>
              </a:ext>
            </a:extLst>
          </p:cNvPr>
          <p:cNvSpPr txBox="1"/>
          <p:nvPr/>
        </p:nvSpPr>
        <p:spPr>
          <a:xfrm>
            <a:off x="345647" y="388068"/>
            <a:ext cx="4735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OverView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－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pods status check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－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Green(OK)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5670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33E24FA-95BB-6369-94F7-1AF8C7064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49" y="835004"/>
            <a:ext cx="11805501" cy="57536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E0AFC628-FEDC-E3A9-BA0B-0EC7ADA52A18}"/>
              </a:ext>
            </a:extLst>
          </p:cNvPr>
          <p:cNvSpPr txBox="1"/>
          <p:nvPr/>
        </p:nvSpPr>
        <p:spPr>
          <a:xfrm>
            <a:off x="345648" y="388068"/>
            <a:ext cx="1115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Pods List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605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D807E5B-3E81-C7D8-8696-56F98666A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09" y="802737"/>
            <a:ext cx="11833781" cy="589355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71B1342-0872-3754-2436-FC0235148FAD}"/>
              </a:ext>
            </a:extLst>
          </p:cNvPr>
          <p:cNvSpPr txBox="1"/>
          <p:nvPr/>
        </p:nvSpPr>
        <p:spPr>
          <a:xfrm>
            <a:off x="345646" y="388068"/>
            <a:ext cx="8930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App Pods by Namespace(</a:t>
            </a:r>
            <a:r>
              <a:rPr lang="en-US" altLang="zh-TW" dirty="0" err="1"/>
              <a:t>kaazingchatapi</a:t>
            </a:r>
            <a:r>
              <a:rPr lang="zh-TW" altLang="en-US" dirty="0">
                <a:latin typeface="新細明體" panose="02020500000000000000" pitchFamily="18" charset="-120"/>
              </a:rPr>
              <a:t> 、</a:t>
            </a:r>
            <a:r>
              <a:rPr lang="en-US" altLang="zh-TW" dirty="0" err="1"/>
              <a:t>kaazingwebsocket</a:t>
            </a:r>
            <a:r>
              <a:rPr lang="zh-TW" altLang="en-US" dirty="0">
                <a:latin typeface="新細明體" panose="02020500000000000000" pitchFamily="18" charset="-120"/>
              </a:rPr>
              <a:t> 、 </a:t>
            </a:r>
            <a:r>
              <a:rPr lang="en-US" altLang="zh-TW" dirty="0" err="1"/>
              <a:t>myweb</a:t>
            </a: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、</a:t>
            </a:r>
            <a:r>
              <a:rPr lang="en-US" altLang="zh-TW" dirty="0" err="1">
                <a:latin typeface="Calibri (本文)"/>
                <a:ea typeface="新細明體" panose="02020500000000000000" pitchFamily="18" charset="-120"/>
              </a:rPr>
              <a:t>pihole</a:t>
            </a:r>
            <a:r>
              <a:rPr lang="zh-TW" altLang="en-US" dirty="0">
                <a:latin typeface="Calibri (本文)"/>
              </a:rPr>
              <a:t> 、</a:t>
            </a:r>
            <a:r>
              <a:rPr lang="en-US" altLang="zh-TW" dirty="0" err="1">
                <a:latin typeface="Calibri (本文)"/>
              </a:rPr>
              <a:t>sqlserver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2694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D3BC1F7-7919-D164-928C-34B973721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55" y="787354"/>
            <a:ext cx="11857348" cy="513246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7879C2F-85BE-1122-2C5D-DBD9D4924FF9}"/>
              </a:ext>
            </a:extLst>
          </p:cNvPr>
          <p:cNvSpPr txBox="1"/>
          <p:nvPr/>
        </p:nvSpPr>
        <p:spPr>
          <a:xfrm>
            <a:off x="364500" y="369214"/>
            <a:ext cx="967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Deployments for app pods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－</a:t>
            </a:r>
            <a:r>
              <a:rPr lang="en-US" altLang="zh-TW" dirty="0" err="1">
                <a:latin typeface="Calibri (本文)"/>
                <a:ea typeface="微軟正黑體" panose="020B0604030504040204" pitchFamily="34" charset="-120"/>
              </a:rPr>
              <a:t>kaazingchatapi</a:t>
            </a:r>
            <a:r>
              <a:rPr lang="zh-TW" altLang="en-US" dirty="0">
                <a:latin typeface="Calibri (本文)"/>
                <a:ea typeface="新細明體" panose="02020500000000000000" pitchFamily="18" charset="-120"/>
              </a:rPr>
              <a:t>、</a:t>
            </a:r>
            <a:r>
              <a:rPr lang="en-US" altLang="zh-TW" dirty="0" err="1">
                <a:latin typeface="Calibri (本文)"/>
                <a:ea typeface="新細明體" panose="02020500000000000000" pitchFamily="18" charset="-120"/>
              </a:rPr>
              <a:t>kaazingwebsocket</a:t>
            </a:r>
            <a:r>
              <a:rPr lang="zh-TW" altLang="en-US" dirty="0">
                <a:latin typeface="Calibri (本文)"/>
              </a:rPr>
              <a:t> 、</a:t>
            </a:r>
            <a:r>
              <a:rPr lang="en-US" altLang="zh-TW" dirty="0" err="1">
                <a:latin typeface="Calibri (本文)"/>
              </a:rPr>
              <a:t>myweb</a:t>
            </a:r>
            <a:r>
              <a:rPr lang="zh-TW" altLang="en-US" dirty="0">
                <a:latin typeface="Calibri (本文)"/>
              </a:rPr>
              <a:t>、</a:t>
            </a:r>
            <a:r>
              <a:rPr lang="en-US" altLang="zh-TW" dirty="0" err="1">
                <a:latin typeface="Calibri (本文)"/>
              </a:rPr>
              <a:t>pihole</a:t>
            </a:r>
            <a:r>
              <a:rPr lang="zh-TW" altLang="en-US" dirty="0">
                <a:latin typeface="Calibri (本文)"/>
              </a:rPr>
              <a:t> 、</a:t>
            </a:r>
            <a:r>
              <a:rPr lang="en-US" altLang="zh-TW" dirty="0" err="1">
                <a:latin typeface="Calibri (本文)"/>
              </a:rPr>
              <a:t>tibcoems</a:t>
            </a:r>
            <a:endParaRPr lang="zh-TW" altLang="en-US" dirty="0">
              <a:latin typeface="Calibri (本文)"/>
            </a:endParaRPr>
          </a:p>
        </p:txBody>
      </p:sp>
    </p:spTree>
    <p:extLst>
      <p:ext uri="{BB962C8B-B14F-4D97-AF65-F5344CB8AC3E}">
        <p14:creationId xmlns:p14="http://schemas.microsoft.com/office/powerpoint/2010/main" val="1062920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37554DB-D0DE-8843-8D23-8B4D9537E135}"/>
              </a:ext>
            </a:extLst>
          </p:cNvPr>
          <p:cNvSpPr txBox="1"/>
          <p:nvPr/>
        </p:nvSpPr>
        <p:spPr>
          <a:xfrm>
            <a:off x="345646" y="388068"/>
            <a:ext cx="3990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Stateful Sets for app pods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－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server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5D07E9B-0B45-FC8B-B294-58F4CB996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15" y="815688"/>
            <a:ext cx="11814934" cy="500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95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935EB79-F32B-1FEA-0388-15FC9F6CA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" y="673084"/>
            <a:ext cx="11814928" cy="598317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2F89C46-DA14-2F74-45DF-7CAED2D20D20}"/>
              </a:ext>
            </a:extLst>
          </p:cNvPr>
          <p:cNvSpPr txBox="1"/>
          <p:nvPr/>
        </p:nvSpPr>
        <p:spPr>
          <a:xfrm>
            <a:off x="188537" y="201745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PVC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78396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F565419D-9FF4-96BE-4B6F-735C64B0CDA8}"/>
              </a:ext>
            </a:extLst>
          </p:cNvPr>
          <p:cNvSpPr txBox="1"/>
          <p:nvPr/>
        </p:nvSpPr>
        <p:spPr>
          <a:xfrm>
            <a:off x="188537" y="201745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PV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87DDB36-1A40-395F-3840-92D936A37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3" y="571077"/>
            <a:ext cx="11814926" cy="611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692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68</Words>
  <Application>Microsoft Office PowerPoint</Application>
  <PresentationFormat>寬螢幕</PresentationFormat>
  <Paragraphs>11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Calibri (本文)</vt:lpstr>
      <vt:lpstr>微軟正黑體</vt:lpstr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 Leon</dc:creator>
  <cp:lastModifiedBy>Lee Leon</cp:lastModifiedBy>
  <cp:revision>1</cp:revision>
  <dcterms:created xsi:type="dcterms:W3CDTF">2026-08-28T01:53:38Z</dcterms:created>
  <dcterms:modified xsi:type="dcterms:W3CDTF">2026-08-28T02:27:37Z</dcterms:modified>
</cp:coreProperties>
</file>